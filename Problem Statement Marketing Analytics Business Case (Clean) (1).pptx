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60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87" d="100"/>
          <a:sy n="87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06.12.2025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</a:t>
            </a:r>
            <a:r>
              <a:rPr lang="en-US" dirty="0">
                <a:highlight>
                  <a:srgbClr val="FFFF00"/>
                </a:highlight>
              </a:rPr>
              <a:t>online retail business</a:t>
            </a:r>
            <a:r>
              <a:rPr lang="en-US" dirty="0"/>
              <a:t>, is facing </a:t>
            </a:r>
            <a:r>
              <a:rPr lang="en-US" dirty="0">
                <a:highlight>
                  <a:srgbClr val="FFFF00"/>
                </a:highlight>
              </a:rPr>
              <a:t>reduced customer engagement and conversion rates despite launching several new online marketing campaigns</a:t>
            </a:r>
            <a:r>
              <a:rPr lang="en-US" dirty="0"/>
              <a:t>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</a:t>
            </a:r>
            <a:r>
              <a:rPr lang="en-US" dirty="0">
                <a:highlight>
                  <a:srgbClr val="FFFF00"/>
                </a:highlight>
              </a:rPr>
              <a:t>number of customer interactions</a:t>
            </a:r>
            <a:r>
              <a:rPr lang="en-US" dirty="0"/>
              <a:t> and </a:t>
            </a:r>
            <a:r>
              <a:rPr lang="en-US" dirty="0">
                <a:highlight>
                  <a:srgbClr val="FFFF00"/>
                </a:highlight>
              </a:rPr>
              <a:t>engagement with the site </a:t>
            </a:r>
            <a:r>
              <a:rPr lang="en-US" dirty="0"/>
              <a:t>and marketing content has </a:t>
            </a:r>
            <a:r>
              <a:rPr lang="en-US" dirty="0">
                <a:highlight>
                  <a:srgbClr val="FFFF00"/>
                </a:highlight>
              </a:rPr>
              <a:t>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Fewer site visitors are converting into paying customers</a:t>
            </a:r>
            <a:r>
              <a:rPr lang="en-US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Significant investments </a:t>
            </a:r>
            <a:r>
              <a:rPr lang="en-US" dirty="0"/>
              <a:t>in marketing campaigns are </a:t>
            </a:r>
            <a:r>
              <a:rPr lang="en-US" dirty="0">
                <a:highlight>
                  <a:srgbClr val="FFFF00"/>
                </a:highlight>
              </a:rPr>
              <a:t>not yielding expected returns</a:t>
            </a:r>
            <a:r>
              <a:rPr lang="en-US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Understanding customer opinions about products and services</a:t>
            </a:r>
            <a:r>
              <a:rPr lang="en-US" dirty="0"/>
              <a:t>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 hope this email finds you well. I’m the Marketing Manager at </a:t>
            </a:r>
            <a:r>
              <a:rPr lang="en-US" dirty="0" err="1"/>
              <a:t>ShopEasy</a:t>
            </a:r>
            <a:r>
              <a:rPr lang="en-US" dirty="0"/>
              <a:t>. We’ve been </a:t>
            </a:r>
            <a:r>
              <a:rPr lang="en-US" dirty="0">
                <a:highlight>
                  <a:srgbClr val="FFFF00"/>
                </a:highlight>
              </a:rPr>
              <a:t>facing some challenges </a:t>
            </a:r>
            <a:r>
              <a:rPr lang="en-US" dirty="0"/>
              <a:t>with </a:t>
            </a:r>
            <a:r>
              <a:rPr lang="en-US" dirty="0">
                <a:highlight>
                  <a:srgbClr val="FFFF00"/>
                </a:highlight>
              </a:rPr>
              <a:t>our marketing campaigns lately</a:t>
            </a:r>
            <a:r>
              <a:rPr lang="en-US" dirty="0"/>
              <a:t>, and I’m reaching out to request your expertise in data analysis to help us identify areas for improvement.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highlight>
                  <a:srgbClr val="FFFF00"/>
                </a:highlight>
              </a:rPr>
              <a:t>Despite our increased investment</a:t>
            </a:r>
            <a:r>
              <a:rPr lang="en-US" dirty="0"/>
              <a:t> in marketing, we’ve </a:t>
            </a:r>
            <a:r>
              <a:rPr lang="en-US" dirty="0">
                <a:highlight>
                  <a:srgbClr val="FFFF00"/>
                </a:highlight>
              </a:rPr>
              <a:t>observed a decline in customer engagement and conversion rates</a:t>
            </a:r>
            <a:r>
              <a:rPr lang="en-US" dirty="0"/>
              <a:t>. Our marketing expenses have gone up, but </a:t>
            </a:r>
            <a:r>
              <a:rPr lang="en-US" dirty="0">
                <a:highlight>
                  <a:srgbClr val="FFFF00"/>
                </a:highlight>
              </a:rPr>
              <a:t>the return on investment isn’t meeting our expectations</a:t>
            </a:r>
            <a:r>
              <a:rPr lang="en-US" dirty="0"/>
              <a:t>. We need a comprehensive analysis to understand the effectiveness of our current strategies and </a:t>
            </a:r>
            <a:r>
              <a:rPr lang="en-US" dirty="0">
                <a:highlight>
                  <a:srgbClr val="FFFF00"/>
                </a:highlight>
              </a:rPr>
              <a:t>to find opportunities to optimize our efforts.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 have </a:t>
            </a:r>
            <a:r>
              <a:rPr lang="en-US" dirty="0">
                <a:highlight>
                  <a:srgbClr val="FFFF00"/>
                </a:highlight>
              </a:rPr>
              <a:t>data from various sources, including customer reviews, social media comments, and campaign performance metrics</a:t>
            </a:r>
            <a:r>
              <a:rPr lang="en-US" dirty="0"/>
              <a:t>. Your insights will be invaluable in helping us turn this situation around.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Looking forward to your response.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Jane Doe</a:t>
            </a:r>
            <a:br>
              <a:rPr lang="en-US" dirty="0"/>
            </a:br>
            <a:r>
              <a:rPr lang="en-US" dirty="0"/>
              <a:t>Marketing Manager</a:t>
            </a:r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I’m the Customer Experience Manager at </a:t>
            </a:r>
            <a:r>
              <a:rPr lang="en-US" dirty="0" err="1"/>
              <a:t>ShopEasy</a:t>
            </a:r>
            <a:r>
              <a:rPr lang="en-US" dirty="0"/>
              <a:t>, and I’m writing to seek your help with </a:t>
            </a:r>
            <a:r>
              <a:rPr lang="en-US" dirty="0">
                <a:highlight>
                  <a:srgbClr val="FFFF00"/>
                </a:highlight>
              </a:rPr>
              <a:t>analyzing our customer feedback</a:t>
            </a:r>
            <a:r>
              <a:rPr lang="en-US" dirty="0"/>
              <a:t>. Over the past few months, we’ve noticed a </a:t>
            </a:r>
            <a:r>
              <a:rPr lang="en-US" dirty="0">
                <a:highlight>
                  <a:srgbClr val="FFFF00"/>
                </a:highlight>
              </a:rPr>
              <a:t>drop in customer engagement and satisfaction</a:t>
            </a:r>
            <a:r>
              <a:rPr lang="en-US" dirty="0"/>
              <a:t>, which </a:t>
            </a:r>
            <a:r>
              <a:rPr lang="en-US" dirty="0">
                <a:highlight>
                  <a:srgbClr val="FFFF00"/>
                </a:highlight>
              </a:rPr>
              <a:t>is impacting our overall conversion rates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We’ve gathered a significant amount of </a:t>
            </a:r>
            <a:r>
              <a:rPr lang="en-US" dirty="0">
                <a:highlight>
                  <a:srgbClr val="FFFF00"/>
                </a:highlight>
              </a:rPr>
              <a:t>customer reviews and social media </a:t>
            </a:r>
            <a:r>
              <a:rPr lang="en-US" dirty="0"/>
              <a:t>comments that </a:t>
            </a:r>
            <a:r>
              <a:rPr lang="en-US" dirty="0">
                <a:highlight>
                  <a:srgbClr val="FFFF00"/>
                </a:highlight>
              </a:rPr>
              <a:t>highlight various issues and sentiments</a:t>
            </a:r>
            <a:r>
              <a:rPr lang="en-US" dirty="0"/>
              <a:t>. We believe that by thoroughly analyzing this feedback, we can gain a better </a:t>
            </a:r>
            <a:r>
              <a:rPr lang="en-US" dirty="0">
                <a:highlight>
                  <a:srgbClr val="FFFF00"/>
                </a:highlight>
              </a:rPr>
              <a:t>understanding of our customers' needs and pain points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Your expertise in data analysis will be crucial in helping us </a:t>
            </a:r>
            <a:r>
              <a:rPr lang="en-US" dirty="0">
                <a:highlight>
                  <a:srgbClr val="FFFF00"/>
                </a:highlight>
              </a:rPr>
              <a:t>decode this feedback and provide actionable insights</a:t>
            </a:r>
            <a:r>
              <a:rPr lang="en-US" dirty="0"/>
              <a:t>. We hope this will guide us in improving our customer experience and </a:t>
            </a:r>
            <a:r>
              <a:rPr lang="en-US" dirty="0">
                <a:highlight>
                  <a:srgbClr val="FFFF00"/>
                </a:highlight>
              </a:rPr>
              <a:t>ultimately boost our engagement and conversion rates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Thank you for your assistance.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John Smith</a:t>
            </a:r>
            <a:br>
              <a:rPr lang="en-US" dirty="0"/>
            </a:br>
            <a:r>
              <a:rPr lang="en-US" dirty="0"/>
              <a:t>Customer Experience Manager</a:t>
            </a:r>
            <a:br>
              <a:rPr lang="en-US" dirty="0"/>
            </a:br>
            <a:r>
              <a:rPr lang="en-US" dirty="0" err="1"/>
              <a:t>ShopEasy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>
                <a:highlight>
                  <a:srgbClr val="FFFF00"/>
                </a:highlight>
              </a:rPr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>
                <a:highlight>
                  <a:srgbClr val="FFFF00"/>
                </a:highlight>
              </a:rPr>
              <a:t>Level of interaction with marketing content</a:t>
            </a:r>
            <a:r>
              <a:rPr lang="en-US" dirty="0"/>
              <a:t>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>
                <a:highlight>
                  <a:srgbClr val="FFFF00"/>
                </a:highlight>
              </a:rPr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>
                <a:highlight>
                  <a:srgbClr val="FFFF00"/>
                </a:highlight>
              </a:rPr>
              <a:t>Average rating from customer reviews</a:t>
            </a:r>
            <a:r>
              <a:rPr lang="en-US" dirty="0"/>
              <a:t>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highlight>
                  <a:srgbClr val="FFFF00"/>
                </a:highlight>
              </a:rPr>
              <a:t>Increase Conversion Rates</a:t>
            </a:r>
            <a:r>
              <a:rPr lang="en-US" b="1" dirty="0"/>
              <a:t>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>
                <a:highlight>
                  <a:srgbClr val="FFFF00"/>
                </a:highlight>
              </a:rPr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</a:t>
            </a:r>
            <a:r>
              <a:rPr lang="en-US" dirty="0">
                <a:highlight>
                  <a:srgbClr val="FFFF00"/>
                </a:highlight>
              </a:rPr>
              <a:t>key stages where visitors drop off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suggest improvements to optimize </a:t>
            </a:r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conversion funne</a:t>
            </a:r>
            <a:r>
              <a:rPr lang="en-US" dirty="0"/>
              <a:t>l.</a:t>
            </a:r>
          </a:p>
          <a:p>
            <a:pPr>
              <a:lnSpc>
                <a:spcPct val="170000"/>
              </a:lnSpc>
            </a:pPr>
            <a:r>
              <a:rPr lang="en-US" b="1" dirty="0">
                <a:highlight>
                  <a:srgbClr val="FFFF00"/>
                </a:highlight>
              </a:rPr>
              <a:t>Enhance Customer Engagement</a:t>
            </a:r>
            <a:r>
              <a:rPr lang="en-US" b="1" dirty="0"/>
              <a:t>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</a:t>
            </a:r>
            <a:r>
              <a:rPr lang="en-US" dirty="0">
                <a:highlight>
                  <a:srgbClr val="FFFF00"/>
                </a:highlight>
              </a:rPr>
              <a:t>content drive the highest engagement</a:t>
            </a:r>
            <a:r>
              <a:rPr lang="en-US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</a:t>
            </a:r>
            <a:r>
              <a:rPr lang="en-US" dirty="0">
                <a:highlight>
                  <a:srgbClr val="FFFF00"/>
                </a:highlight>
              </a:rPr>
              <a:t>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>
                <a:highlight>
                  <a:srgbClr val="FFFF00"/>
                </a:highlight>
              </a:rPr>
              <a:t>Improve Customer Feedback Scores</a:t>
            </a:r>
            <a:r>
              <a:rPr lang="en-US" b="1" dirty="0"/>
              <a:t>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Identify recurring positive and negative feedback to guide product and service improvements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612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Subject: Request for Data Analysis to Improve Marketing Strategy</vt:lpstr>
      <vt:lpstr>Subject: Request for Data Analysis to Improve Marketing Strategy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Anshu Kumar</cp:lastModifiedBy>
  <cp:revision>4</cp:revision>
  <dcterms:created xsi:type="dcterms:W3CDTF">2024-07-20T13:50:58Z</dcterms:created>
  <dcterms:modified xsi:type="dcterms:W3CDTF">2025-12-05T21:59:44Z</dcterms:modified>
</cp:coreProperties>
</file>